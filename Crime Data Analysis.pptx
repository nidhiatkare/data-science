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DCCF4D-7794-4EF6-951A-4F98ADE3953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FE9F5-17FE-4223-9D77-FDE43CED6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338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FE9F5-17FE-4223-9D77-FDE43CED6CC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987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1066-AA0F-4B35-9654-F81249F10A1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62C-BCE3-4FD3-98EF-0EDCE7BB6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34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1066-AA0F-4B35-9654-F81249F10A1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62C-BCE3-4FD3-98EF-0EDCE7BB6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777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1066-AA0F-4B35-9654-F81249F10A1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62C-BCE3-4FD3-98EF-0EDCE7BB6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085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1066-AA0F-4B35-9654-F81249F10A1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62C-BCE3-4FD3-98EF-0EDCE7BB6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01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1066-AA0F-4B35-9654-F81249F10A1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62C-BCE3-4FD3-98EF-0EDCE7BB6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859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1066-AA0F-4B35-9654-F81249F10A1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62C-BCE3-4FD3-98EF-0EDCE7BB6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87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1066-AA0F-4B35-9654-F81249F10A1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62C-BCE3-4FD3-98EF-0EDCE7BB6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062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1066-AA0F-4B35-9654-F81249F10A1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62C-BCE3-4FD3-98EF-0EDCE7BB6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25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1066-AA0F-4B35-9654-F81249F10A1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62C-BCE3-4FD3-98EF-0EDCE7BB6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318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1066-AA0F-4B35-9654-F81249F10A1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62C-BCE3-4FD3-98EF-0EDCE7BB6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697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1066-AA0F-4B35-9654-F81249F10A1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62C-BCE3-4FD3-98EF-0EDCE7BB68D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1433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1066-AA0F-4B35-9654-F81249F10A1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62C-BCE3-4FD3-98EF-0EDCE7BB6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276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1066-AA0F-4B35-9654-F81249F10A1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62C-BCE3-4FD3-98EF-0EDCE7BB68D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8429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1066-AA0F-4B35-9654-F81249F10A1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62C-BCE3-4FD3-98EF-0EDCE7BB6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593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1066-AA0F-4B35-9654-F81249F10A1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62C-BCE3-4FD3-98EF-0EDCE7BB6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764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1066-AA0F-4B35-9654-F81249F10A1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62C-BCE3-4FD3-98EF-0EDCE7BB6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178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41066-AA0F-4B35-9654-F81249F10A1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9B7B62C-BCE3-4FD3-98EF-0EDCE7BB6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847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92A3-C745-BCFC-92FC-82DD99E9A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288026"/>
            <a:ext cx="7766936" cy="143550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Crime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3C581-3257-2EBC-0EE5-D3612A756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49677"/>
            <a:ext cx="6440129" cy="2216048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Nidhi Atkare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PRN: 22070521043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SEC: A    SEM: 7</a:t>
            </a:r>
            <a:r>
              <a:rPr lang="en-I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Mini Project | Data Science</a:t>
            </a:r>
          </a:p>
          <a:p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 NCRB Crime Dataset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299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965AF-522A-D4A9-350F-5AC4776E5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24232"/>
            <a:ext cx="8596668" cy="102583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870A8-F7A0-205F-94F2-3CD3C7A74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77961"/>
            <a:ext cx="8596668" cy="4163401"/>
          </a:xfrm>
        </p:spPr>
        <p:txBody>
          <a:bodyPr/>
          <a:lstStyle/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 of the Project:</a:t>
            </a:r>
          </a:p>
          <a:p>
            <a:pPr lvl="1"/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crime patterns using NCRB dataset</a:t>
            </a:r>
          </a:p>
          <a:p>
            <a:pPr lvl="1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raw data</a:t>
            </a:r>
          </a:p>
          <a:p>
            <a:pPr lvl="1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Exploratory Data Analysis (EDA)</a:t>
            </a:r>
          </a:p>
          <a:p>
            <a:pPr lvl="1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ML models: Regression, Classification, Clustering</a:t>
            </a:r>
          </a:p>
          <a:p>
            <a:pPr lvl="1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interactive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7014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65450-383F-CC39-19FB-C65F9A434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16638"/>
            <a:ext cx="8596668" cy="11137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7D889-165C-AEE0-646E-46C7E86A8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4168"/>
            <a:ext cx="8596668" cy="4527195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Information: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NCRB (National Crime Records Bureau)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 statistics across different categories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Columns include: Cases Reported,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Chargesheeted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Pending cases etc.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1604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1F984-FB39-93B8-C38D-FE8A87FAD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607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0B2E9-E6F3-6CB2-BC4A-DF0F800D2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2994"/>
            <a:ext cx="8596668" cy="4458369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dataset using Pandas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text to numeric values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cleaned file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4756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F45C0-34AC-8AFE-88E1-352D364C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4221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269B0-A4EE-4E04-C1EA-3F000BAB4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94503"/>
            <a:ext cx="8596668" cy="4546859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Included: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plots of crime metrics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graph of top crime categories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of crime proportions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 plots for numeric features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38FC5E-28F7-B298-8451-2E67463EE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838" y="1278192"/>
            <a:ext cx="3929655" cy="25170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8CABBF-FFD9-BA3C-4855-A0F7C86A1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086" y="4153760"/>
            <a:ext cx="7055988" cy="213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150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F0418-4575-E25B-896F-512BA9077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2B328-C2C3-5886-B519-86D20D5E5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6180" y="1632155"/>
            <a:ext cx="7158976" cy="3844413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Engineered Features: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crime column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Crime encoded column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Scaled key features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Crime_Level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label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726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9D15-87E5-58AA-01C3-74052E06F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0F046-C3C3-3474-9A29-3FCDB90C0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8529"/>
            <a:ext cx="8596668" cy="4782833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Applied: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DBSCAN Clustering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505EE2-635D-6C84-90D4-7AAB8229A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278" y="1301109"/>
            <a:ext cx="4038475" cy="26847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0C7B15-80A2-6992-15ED-72B5062C0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53" y="3810473"/>
            <a:ext cx="4226987" cy="28798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8C9091-79DA-237E-14A7-E29C977E1A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5195" y="4099492"/>
            <a:ext cx="3522023" cy="259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088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9D436-72C4-2069-9F27-5881D4EDF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E107A-C62F-02E0-8635-4306D2191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29033"/>
            <a:ext cx="8596668" cy="4812330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Used: IQR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unusual high/low crime values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Visualized using box plot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F7C203-4B02-397E-EC4C-73BA37F42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668262"/>
            <a:ext cx="8211842" cy="28874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51A7F8-5FC3-040C-1CE2-E7BB0B8D6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76" y="714728"/>
            <a:ext cx="3219900" cy="225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108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36971-9AC5-1EA7-ACF5-DF2F05ACD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Features: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9249A-C185-7123-D63B-4C63F8944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6349"/>
            <a:ext cx="8596668" cy="4655014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preview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summary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charts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download option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8108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41520-3893-C111-84CD-7D328A609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BD553-2AC5-2B17-C5F9-4754750B3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5845"/>
            <a:ext cx="8596668" cy="4625517"/>
          </a:xfrm>
        </p:spPr>
        <p:txBody>
          <a:bodyPr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Crime distribution patterns identified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&amp; clustering revealed trends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enhances visualization &amp; usability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crime monitoring &amp; planning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035111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</TotalTime>
  <Words>252</Words>
  <Application>Microsoft Office PowerPoint</Application>
  <PresentationFormat>Widescreen</PresentationFormat>
  <Paragraphs>63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Times New Roman</vt:lpstr>
      <vt:lpstr>Trebuchet MS</vt:lpstr>
      <vt:lpstr>Wingdings 3</vt:lpstr>
      <vt:lpstr>Facet</vt:lpstr>
      <vt:lpstr>Crime Data Analysis</vt:lpstr>
      <vt:lpstr>Project Objective:</vt:lpstr>
      <vt:lpstr>Dataset Description:</vt:lpstr>
      <vt:lpstr>Data Cleaning Steps:</vt:lpstr>
      <vt:lpstr>Exploratory Data Analysis:</vt:lpstr>
      <vt:lpstr>Feature Engineering:</vt:lpstr>
      <vt:lpstr>Machine Learning Models:</vt:lpstr>
      <vt:lpstr>Outlier Detection:</vt:lpstr>
      <vt:lpstr>Streamlit Dashboard Features: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Nidhi Atkare</dc:creator>
  <cp:lastModifiedBy>Nidhi Atkare</cp:lastModifiedBy>
  <cp:revision>1</cp:revision>
  <dcterms:created xsi:type="dcterms:W3CDTF">2025-11-03T19:20:46Z</dcterms:created>
  <dcterms:modified xsi:type="dcterms:W3CDTF">2025-11-03T19:47:36Z</dcterms:modified>
</cp:coreProperties>
</file>